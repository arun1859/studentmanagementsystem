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AE61F1-FB91-E24A-ED84-AC8B908893A3}" name="Arun Kumar" initials="AK" userId="0a7c631e90cc7d0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C75AF-8465-4401-A149-3EAD9F6056F0}" v="33" dt="2026-02-25T10:20:30.0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437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umar" userId="0a7c631e90cc7d00" providerId="LiveId" clId="{47BA1C7B-AE4F-4C38-B006-78248242EFD2}"/>
    <pc:docChg chg="undo custSel addSld delSld modSld">
      <pc:chgData name="Arun Kumar" userId="0a7c631e90cc7d00" providerId="LiveId" clId="{47BA1C7B-AE4F-4C38-B006-78248242EFD2}" dt="2026-02-25T10:25:07.524" v="542" actId="1076"/>
      <pc:docMkLst>
        <pc:docMk/>
      </pc:docMkLst>
      <pc:sldChg chg="addSp delSp modSp add del mod modNotesTx">
        <pc:chgData name="Arun Kumar" userId="0a7c631e90cc7d00" providerId="LiveId" clId="{47BA1C7B-AE4F-4C38-B006-78248242EFD2}" dt="2026-02-25T10:16:54.149" v="499" actId="255"/>
        <pc:sldMkLst>
          <pc:docMk/>
          <pc:sldMk cId="0" sldId="256"/>
        </pc:sldMkLst>
        <pc:spChg chg="del mod">
          <ac:chgData name="Arun Kumar" userId="0a7c631e90cc7d00" providerId="LiveId" clId="{47BA1C7B-AE4F-4C38-B006-78248242EFD2}" dt="2026-02-25T09:20:32.006" v="126" actId="21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Arun Kumar" userId="0a7c631e90cc7d00" providerId="LiveId" clId="{47BA1C7B-AE4F-4C38-B006-78248242EFD2}" dt="2026-02-25T09:20:42.866" v="128" actId="21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Arun Kumar" userId="0a7c631e90cc7d00" providerId="LiveId" clId="{47BA1C7B-AE4F-4C38-B006-78248242EFD2}" dt="2026-02-25T09:31:01.953" v="193" actId="21"/>
          <ac:spMkLst>
            <pc:docMk/>
            <pc:sldMk cId="0" sldId="256"/>
            <ac:spMk id="9" creationId="{5EF57573-2309-BDD2-8EE7-71064D722A43}"/>
          </ac:spMkLst>
        </pc:spChg>
        <pc:spChg chg="add del mod">
          <ac:chgData name="Arun Kumar" userId="0a7c631e90cc7d00" providerId="LiveId" clId="{47BA1C7B-AE4F-4C38-B006-78248242EFD2}" dt="2026-02-25T09:32:50.551" v="211" actId="21"/>
          <ac:spMkLst>
            <pc:docMk/>
            <pc:sldMk cId="0" sldId="256"/>
            <ac:spMk id="10" creationId="{937461B6-8858-2DB9-CF50-1196589CC690}"/>
          </ac:spMkLst>
        </pc:spChg>
        <pc:spChg chg="add mod">
          <ac:chgData name="Arun Kumar" userId="0a7c631e90cc7d00" providerId="LiveId" clId="{47BA1C7B-AE4F-4C38-B006-78248242EFD2}" dt="2026-02-25T10:16:54.149" v="499" actId="255"/>
          <ac:spMkLst>
            <pc:docMk/>
            <pc:sldMk cId="0" sldId="256"/>
            <ac:spMk id="11" creationId="{5A341A5F-B868-611E-C9A6-243BE4FF7A41}"/>
          </ac:spMkLst>
        </pc:spChg>
        <pc:spChg chg="add mod">
          <ac:chgData name="Arun Kumar" userId="0a7c631e90cc7d00" providerId="LiveId" clId="{47BA1C7B-AE4F-4C38-B006-78248242EFD2}" dt="2026-02-25T09:36:16.720" v="275" actId="207"/>
          <ac:spMkLst>
            <pc:docMk/>
            <pc:sldMk cId="0" sldId="256"/>
            <ac:spMk id="12" creationId="{EEDFF44B-2396-3A92-262E-972B67D66C7D}"/>
          </ac:spMkLst>
        </pc:spChg>
        <pc:spChg chg="add mod">
          <ac:chgData name="Arun Kumar" userId="0a7c631e90cc7d00" providerId="LiveId" clId="{47BA1C7B-AE4F-4C38-B006-78248242EFD2}" dt="2026-02-25T09:39:17.327" v="345" actId="207"/>
          <ac:spMkLst>
            <pc:docMk/>
            <pc:sldMk cId="0" sldId="256"/>
            <ac:spMk id="13" creationId="{11A3D38A-3450-FEC9-6ABB-01E0D581155C}"/>
          </ac:spMkLst>
        </pc:spChg>
        <pc:picChg chg="add del mod">
          <ac:chgData name="Arun Kumar" userId="0a7c631e90cc7d00" providerId="LiveId" clId="{47BA1C7B-AE4F-4C38-B006-78248242EFD2}" dt="2026-02-25T09:28:47.996" v="184" actId="21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Arun Kumar" userId="0a7c631e90cc7d00" providerId="LiveId" clId="{47BA1C7B-AE4F-4C38-B006-78248242EFD2}" dt="2026-02-25T09:28:11.808" v="181" actId="931"/>
          <ac:picMkLst>
            <pc:docMk/>
            <pc:sldMk cId="0" sldId="256"/>
            <ac:picMk id="6" creationId="{8DE48D16-3EC9-BCA2-B83E-4B78F7E43A32}"/>
          </ac:picMkLst>
        </pc:picChg>
        <pc:picChg chg="add mod">
          <ac:chgData name="Arun Kumar" userId="0a7c631e90cc7d00" providerId="LiveId" clId="{47BA1C7B-AE4F-4C38-B006-78248242EFD2}" dt="2026-02-25T09:29:15.529" v="187" actId="1076"/>
          <ac:picMkLst>
            <pc:docMk/>
            <pc:sldMk cId="0" sldId="256"/>
            <ac:picMk id="8" creationId="{048E1470-8E6A-219D-4FAE-60C8C3162272}"/>
          </ac:picMkLst>
        </pc:picChg>
      </pc:sldChg>
      <pc:sldChg chg="del">
        <pc:chgData name="Arun Kumar" userId="0a7c631e90cc7d00" providerId="LiveId" clId="{47BA1C7B-AE4F-4C38-B006-78248242EFD2}" dt="2026-02-25T09:23:02.269" v="161" actId="47"/>
        <pc:sldMkLst>
          <pc:docMk/>
          <pc:sldMk cId="0" sldId="257"/>
        </pc:sldMkLst>
      </pc:sldChg>
      <pc:sldChg chg="addSp delSp modSp add del mod">
        <pc:chgData name="Arun Kumar" userId="0a7c631e90cc7d00" providerId="LiveId" clId="{47BA1C7B-AE4F-4C38-B006-78248242EFD2}" dt="2026-02-25T10:16:33.378" v="496" actId="14100"/>
        <pc:sldMkLst>
          <pc:docMk/>
          <pc:sldMk cId="3494510031" sldId="257"/>
        </pc:sldMkLst>
        <pc:spChg chg="add mod">
          <ac:chgData name="Arun Kumar" userId="0a7c631e90cc7d00" providerId="LiveId" clId="{47BA1C7B-AE4F-4C38-B006-78248242EFD2}" dt="2026-02-25T10:16:23.118" v="494" actId="1076"/>
          <ac:spMkLst>
            <pc:docMk/>
            <pc:sldMk cId="3494510031" sldId="257"/>
            <ac:spMk id="2" creationId="{5ECF5979-1651-4B44-EFAD-6CEC78417EF1}"/>
          </ac:spMkLst>
        </pc:spChg>
        <pc:spChg chg="add mod">
          <ac:chgData name="Arun Kumar" userId="0a7c631e90cc7d00" providerId="LiveId" clId="{47BA1C7B-AE4F-4C38-B006-78248242EFD2}" dt="2026-02-25T10:16:33.378" v="496" actId="14100"/>
          <ac:spMkLst>
            <pc:docMk/>
            <pc:sldMk cId="3494510031" sldId="257"/>
            <ac:spMk id="3" creationId="{07DB2584-9DC7-3579-33AF-DBBE93A8CD62}"/>
          </ac:spMkLst>
        </pc:spChg>
        <pc:spChg chg="del">
          <ac:chgData name="Arun Kumar" userId="0a7c631e90cc7d00" providerId="LiveId" clId="{47BA1C7B-AE4F-4C38-B006-78248242EFD2}" dt="2026-02-25T09:39:39.879" v="347" actId="478"/>
          <ac:spMkLst>
            <pc:docMk/>
            <pc:sldMk cId="3494510031" sldId="257"/>
            <ac:spMk id="11" creationId="{AEE8B4A5-740B-ADF9-9CEE-762730DB84F9}"/>
          </ac:spMkLst>
        </pc:spChg>
        <pc:spChg chg="del">
          <ac:chgData name="Arun Kumar" userId="0a7c631e90cc7d00" providerId="LiveId" clId="{47BA1C7B-AE4F-4C38-B006-78248242EFD2}" dt="2026-02-25T09:39:39.879" v="347" actId="478"/>
          <ac:spMkLst>
            <pc:docMk/>
            <pc:sldMk cId="3494510031" sldId="257"/>
            <ac:spMk id="12" creationId="{8572B29A-496C-CCBA-6A88-07EC9741AFC5}"/>
          </ac:spMkLst>
        </pc:spChg>
        <pc:spChg chg="del">
          <ac:chgData name="Arun Kumar" userId="0a7c631e90cc7d00" providerId="LiveId" clId="{47BA1C7B-AE4F-4C38-B006-78248242EFD2}" dt="2026-02-25T09:39:39.879" v="347" actId="478"/>
          <ac:spMkLst>
            <pc:docMk/>
            <pc:sldMk cId="3494510031" sldId="257"/>
            <ac:spMk id="13" creationId="{68DDFAA4-EFEA-3B28-4965-26B1A435B8CE}"/>
          </ac:spMkLst>
        </pc:spChg>
        <pc:picChg chg="del">
          <ac:chgData name="Arun Kumar" userId="0a7c631e90cc7d00" providerId="LiveId" clId="{47BA1C7B-AE4F-4C38-B006-78248242EFD2}" dt="2026-02-25T09:39:39.879" v="347" actId="478"/>
          <ac:picMkLst>
            <pc:docMk/>
            <pc:sldMk cId="3494510031" sldId="257"/>
            <ac:picMk id="8" creationId="{D3B40ED7-4B2D-5FF2-CB3B-1C744B917A5D}"/>
          </ac:picMkLst>
        </pc:picChg>
      </pc:sldChg>
      <pc:sldChg chg="del">
        <pc:chgData name="Arun Kumar" userId="0a7c631e90cc7d00" providerId="LiveId" clId="{47BA1C7B-AE4F-4C38-B006-78248242EFD2}" dt="2026-02-25T09:22:59.045" v="160" actId="47"/>
        <pc:sldMkLst>
          <pc:docMk/>
          <pc:sldMk cId="0" sldId="258"/>
        </pc:sldMkLst>
      </pc:sldChg>
      <pc:sldChg chg="modSp add del mod">
        <pc:chgData name="Arun Kumar" userId="0a7c631e90cc7d00" providerId="LiveId" clId="{47BA1C7B-AE4F-4C38-B006-78248242EFD2}" dt="2026-02-25T10:16:16.598" v="493" actId="113"/>
        <pc:sldMkLst>
          <pc:docMk/>
          <pc:sldMk cId="80717901" sldId="258"/>
        </pc:sldMkLst>
        <pc:spChg chg="mod">
          <ac:chgData name="Arun Kumar" userId="0a7c631e90cc7d00" providerId="LiveId" clId="{47BA1C7B-AE4F-4C38-B006-78248242EFD2}" dt="2026-02-25T10:16:16.598" v="493" actId="113"/>
          <ac:spMkLst>
            <pc:docMk/>
            <pc:sldMk cId="80717901" sldId="258"/>
            <ac:spMk id="2" creationId="{CDC4C428-EE5A-539F-CB36-CB895D55C99B}"/>
          </ac:spMkLst>
        </pc:spChg>
        <pc:spChg chg="mod">
          <ac:chgData name="Arun Kumar" userId="0a7c631e90cc7d00" providerId="LiveId" clId="{47BA1C7B-AE4F-4C38-B006-78248242EFD2}" dt="2026-02-25T09:45:35.934" v="386" actId="120"/>
          <ac:spMkLst>
            <pc:docMk/>
            <pc:sldMk cId="80717901" sldId="258"/>
            <ac:spMk id="3" creationId="{8E260850-98CD-0758-25D3-C01C7A8328AF}"/>
          </ac:spMkLst>
        </pc:spChg>
      </pc:sldChg>
      <pc:sldChg chg="del">
        <pc:chgData name="Arun Kumar" userId="0a7c631e90cc7d00" providerId="LiveId" clId="{47BA1C7B-AE4F-4C38-B006-78248242EFD2}" dt="2026-02-25T09:22:58.885" v="159" actId="47"/>
        <pc:sldMkLst>
          <pc:docMk/>
          <pc:sldMk cId="0" sldId="259"/>
        </pc:sldMkLst>
      </pc:sldChg>
      <pc:sldChg chg="addSp modSp add mod">
        <pc:chgData name="Arun Kumar" userId="0a7c631e90cc7d00" providerId="LiveId" clId="{47BA1C7B-AE4F-4C38-B006-78248242EFD2}" dt="2026-02-25T10:16:10.646" v="491" actId="113"/>
        <pc:sldMkLst>
          <pc:docMk/>
          <pc:sldMk cId="862207525" sldId="259"/>
        </pc:sldMkLst>
        <pc:spChg chg="mod">
          <ac:chgData name="Arun Kumar" userId="0a7c631e90cc7d00" providerId="LiveId" clId="{47BA1C7B-AE4F-4C38-B006-78248242EFD2}" dt="2026-02-25T10:16:10.646" v="491" actId="113"/>
          <ac:spMkLst>
            <pc:docMk/>
            <pc:sldMk cId="862207525" sldId="259"/>
            <ac:spMk id="2" creationId="{3816DDDA-6F06-1D62-0AE1-93C0DDAEB848}"/>
          </ac:spMkLst>
        </pc:spChg>
        <pc:spChg chg="mod">
          <ac:chgData name="Arun Kumar" userId="0a7c631e90cc7d00" providerId="LiveId" clId="{47BA1C7B-AE4F-4C38-B006-78248242EFD2}" dt="2026-02-25T09:47:17.981" v="400" actId="1076"/>
          <ac:spMkLst>
            <pc:docMk/>
            <pc:sldMk cId="862207525" sldId="259"/>
            <ac:spMk id="3" creationId="{3D9F129B-A200-4B1E-1DF3-61AF6B44AA76}"/>
          </ac:spMkLst>
        </pc:spChg>
        <pc:spChg chg="add mod">
          <ac:chgData name="Arun Kumar" userId="0a7c631e90cc7d00" providerId="LiveId" clId="{47BA1C7B-AE4F-4C38-B006-78248242EFD2}" dt="2026-02-25T09:49:04.911" v="402"/>
          <ac:spMkLst>
            <pc:docMk/>
            <pc:sldMk cId="862207525" sldId="259"/>
            <ac:spMk id="4" creationId="{BA2DCA55-2754-080D-6FDE-A6736B9BE8F2}"/>
          </ac:spMkLst>
        </pc:spChg>
      </pc:sldChg>
      <pc:sldChg chg="del">
        <pc:chgData name="Arun Kumar" userId="0a7c631e90cc7d00" providerId="LiveId" clId="{47BA1C7B-AE4F-4C38-B006-78248242EFD2}" dt="2026-02-25T09:22:58.741" v="158" actId="47"/>
        <pc:sldMkLst>
          <pc:docMk/>
          <pc:sldMk cId="0" sldId="260"/>
        </pc:sldMkLst>
      </pc:sldChg>
      <pc:sldChg chg="addSp delSp modSp add mod">
        <pc:chgData name="Arun Kumar" userId="0a7c631e90cc7d00" providerId="LiveId" clId="{47BA1C7B-AE4F-4C38-B006-78248242EFD2}" dt="2026-02-25T10:21:34.851" v="529" actId="122"/>
        <pc:sldMkLst>
          <pc:docMk/>
          <pc:sldMk cId="3051714753" sldId="260"/>
        </pc:sldMkLst>
        <pc:spChg chg="mod">
          <ac:chgData name="Arun Kumar" userId="0a7c631e90cc7d00" providerId="LiveId" clId="{47BA1C7B-AE4F-4C38-B006-78248242EFD2}" dt="2026-02-25T10:21:34.851" v="529" actId="122"/>
          <ac:spMkLst>
            <pc:docMk/>
            <pc:sldMk cId="3051714753" sldId="260"/>
            <ac:spMk id="2" creationId="{0329F257-1F3B-5053-B536-464BD4043731}"/>
          </ac:spMkLst>
        </pc:spChg>
        <pc:spChg chg="del mod">
          <ac:chgData name="Arun Kumar" userId="0a7c631e90cc7d00" providerId="LiveId" clId="{47BA1C7B-AE4F-4C38-B006-78248242EFD2}" dt="2026-02-25T09:50:07.582" v="411" actId="21"/>
          <ac:spMkLst>
            <pc:docMk/>
            <pc:sldMk cId="3051714753" sldId="260"/>
            <ac:spMk id="3" creationId="{1232BDF3-D741-3384-CCD6-947E837E7739}"/>
          </ac:spMkLst>
        </pc:spChg>
        <pc:picChg chg="add mod">
          <ac:chgData name="Arun Kumar" userId="0a7c631e90cc7d00" providerId="LiveId" clId="{47BA1C7B-AE4F-4C38-B006-78248242EFD2}" dt="2026-02-25T10:21:27.446" v="528" actId="1076"/>
          <ac:picMkLst>
            <pc:docMk/>
            <pc:sldMk cId="3051714753" sldId="260"/>
            <ac:picMk id="5" creationId="{C0660633-5D73-1BE2-EC88-38C9C8D6B973}"/>
          </ac:picMkLst>
        </pc:picChg>
      </pc:sldChg>
      <pc:sldChg chg="del">
        <pc:chgData name="Arun Kumar" userId="0a7c631e90cc7d00" providerId="LiveId" clId="{47BA1C7B-AE4F-4C38-B006-78248242EFD2}" dt="2026-02-25T09:22:58.553" v="157" actId="47"/>
        <pc:sldMkLst>
          <pc:docMk/>
          <pc:sldMk cId="0" sldId="261"/>
        </pc:sldMkLst>
      </pc:sldChg>
      <pc:sldChg chg="addSp delSp modSp add mod">
        <pc:chgData name="Arun Kumar" userId="0a7c631e90cc7d00" providerId="LiveId" clId="{47BA1C7B-AE4F-4C38-B006-78248242EFD2}" dt="2026-02-25T10:15:54.225" v="488" actId="113"/>
        <pc:sldMkLst>
          <pc:docMk/>
          <pc:sldMk cId="2572731663" sldId="261"/>
        </pc:sldMkLst>
        <pc:spChg chg="mod">
          <ac:chgData name="Arun Kumar" userId="0a7c631e90cc7d00" providerId="LiveId" clId="{47BA1C7B-AE4F-4C38-B006-78248242EFD2}" dt="2026-02-25T10:15:54.225" v="488" actId="113"/>
          <ac:spMkLst>
            <pc:docMk/>
            <pc:sldMk cId="2572731663" sldId="261"/>
            <ac:spMk id="2" creationId="{F0C76AD4-0409-000A-CF6E-2747D5662379}"/>
          </ac:spMkLst>
        </pc:spChg>
        <pc:spChg chg="add mod">
          <ac:chgData name="Arun Kumar" userId="0a7c631e90cc7d00" providerId="LiveId" clId="{47BA1C7B-AE4F-4C38-B006-78248242EFD2}" dt="2026-02-25T10:06:47.008" v="431" actId="1076"/>
          <ac:spMkLst>
            <pc:docMk/>
            <pc:sldMk cId="2572731663" sldId="261"/>
            <ac:spMk id="3" creationId="{31335578-C515-AEB2-1F09-DD7D1EBF7185}"/>
          </ac:spMkLst>
        </pc:spChg>
        <pc:picChg chg="del">
          <ac:chgData name="Arun Kumar" userId="0a7c631e90cc7d00" providerId="LiveId" clId="{47BA1C7B-AE4F-4C38-B006-78248242EFD2}" dt="2026-02-25T10:04:33.626" v="419" actId="21"/>
          <ac:picMkLst>
            <pc:docMk/>
            <pc:sldMk cId="2572731663" sldId="261"/>
            <ac:picMk id="5" creationId="{13F30366-7ED2-E724-6680-3BE2EC2E5080}"/>
          </ac:picMkLst>
        </pc:picChg>
      </pc:sldChg>
      <pc:sldChg chg="del">
        <pc:chgData name="Arun Kumar" userId="0a7c631e90cc7d00" providerId="LiveId" clId="{47BA1C7B-AE4F-4C38-B006-78248242EFD2}" dt="2026-02-25T09:22:58.409" v="156" actId="47"/>
        <pc:sldMkLst>
          <pc:docMk/>
          <pc:sldMk cId="0" sldId="262"/>
        </pc:sldMkLst>
      </pc:sldChg>
      <pc:sldChg chg="modSp add mod">
        <pc:chgData name="Arun Kumar" userId="0a7c631e90cc7d00" providerId="LiveId" clId="{47BA1C7B-AE4F-4C38-B006-78248242EFD2}" dt="2026-02-25T10:15:48.561" v="487" actId="113"/>
        <pc:sldMkLst>
          <pc:docMk/>
          <pc:sldMk cId="651159632" sldId="262"/>
        </pc:sldMkLst>
        <pc:spChg chg="mod">
          <ac:chgData name="Arun Kumar" userId="0a7c631e90cc7d00" providerId="LiveId" clId="{47BA1C7B-AE4F-4C38-B006-78248242EFD2}" dt="2026-02-25T10:15:48.561" v="487" actId="113"/>
          <ac:spMkLst>
            <pc:docMk/>
            <pc:sldMk cId="651159632" sldId="262"/>
            <ac:spMk id="2" creationId="{8A39A29C-1935-3885-95E4-0868F43A783A}"/>
          </ac:spMkLst>
        </pc:spChg>
        <pc:spChg chg="mod">
          <ac:chgData name="Arun Kumar" userId="0a7c631e90cc7d00" providerId="LiveId" clId="{47BA1C7B-AE4F-4C38-B006-78248242EFD2}" dt="2026-02-25T10:09:00.031" v="441" actId="2710"/>
          <ac:spMkLst>
            <pc:docMk/>
            <pc:sldMk cId="651159632" sldId="262"/>
            <ac:spMk id="3" creationId="{961712C7-FA88-517A-23BB-F951A9053C4F}"/>
          </ac:spMkLst>
        </pc:spChg>
      </pc:sldChg>
      <pc:sldChg chg="del">
        <pc:chgData name="Arun Kumar" userId="0a7c631e90cc7d00" providerId="LiveId" clId="{47BA1C7B-AE4F-4C38-B006-78248242EFD2}" dt="2026-02-25T09:22:58.213" v="155" actId="47"/>
        <pc:sldMkLst>
          <pc:docMk/>
          <pc:sldMk cId="0" sldId="263"/>
        </pc:sldMkLst>
      </pc:sldChg>
      <pc:sldChg chg="modSp add mod">
        <pc:chgData name="Arun Kumar" userId="0a7c631e90cc7d00" providerId="LiveId" clId="{47BA1C7B-AE4F-4C38-B006-78248242EFD2}" dt="2026-02-25T10:15:44.556" v="486" actId="113"/>
        <pc:sldMkLst>
          <pc:docMk/>
          <pc:sldMk cId="893625994" sldId="263"/>
        </pc:sldMkLst>
        <pc:spChg chg="mod">
          <ac:chgData name="Arun Kumar" userId="0a7c631e90cc7d00" providerId="LiveId" clId="{47BA1C7B-AE4F-4C38-B006-78248242EFD2}" dt="2026-02-25T10:15:44.556" v="486" actId="113"/>
          <ac:spMkLst>
            <pc:docMk/>
            <pc:sldMk cId="893625994" sldId="263"/>
            <ac:spMk id="2" creationId="{C3469E1B-3449-685B-8D62-C34BC3369DC5}"/>
          </ac:spMkLst>
        </pc:spChg>
        <pc:spChg chg="mod">
          <ac:chgData name="Arun Kumar" userId="0a7c631e90cc7d00" providerId="LiveId" clId="{47BA1C7B-AE4F-4C38-B006-78248242EFD2}" dt="2026-02-25T10:10:34.476" v="450" actId="2710"/>
          <ac:spMkLst>
            <pc:docMk/>
            <pc:sldMk cId="893625994" sldId="263"/>
            <ac:spMk id="3" creationId="{12AEE342-0FB8-1A96-5FEB-5E30125A0FEB}"/>
          </ac:spMkLst>
        </pc:spChg>
      </pc:sldChg>
      <pc:sldChg chg="del">
        <pc:chgData name="Arun Kumar" userId="0a7c631e90cc7d00" providerId="LiveId" clId="{47BA1C7B-AE4F-4C38-B006-78248242EFD2}" dt="2026-02-25T09:22:57.897" v="154" actId="47"/>
        <pc:sldMkLst>
          <pc:docMk/>
          <pc:sldMk cId="0" sldId="264"/>
        </pc:sldMkLst>
      </pc:sldChg>
      <pc:sldChg chg="modSp add mod">
        <pc:chgData name="Arun Kumar" userId="0a7c631e90cc7d00" providerId="LiveId" clId="{47BA1C7B-AE4F-4C38-B006-78248242EFD2}" dt="2026-02-25T10:15:39.949" v="485" actId="113"/>
        <pc:sldMkLst>
          <pc:docMk/>
          <pc:sldMk cId="1575818612" sldId="264"/>
        </pc:sldMkLst>
        <pc:spChg chg="mod">
          <ac:chgData name="Arun Kumar" userId="0a7c631e90cc7d00" providerId="LiveId" clId="{47BA1C7B-AE4F-4C38-B006-78248242EFD2}" dt="2026-02-25T10:15:39.949" v="485" actId="113"/>
          <ac:spMkLst>
            <pc:docMk/>
            <pc:sldMk cId="1575818612" sldId="264"/>
            <ac:spMk id="2" creationId="{C1FF9739-4678-17AE-7C06-E0E5FBBA7F8E}"/>
          </ac:spMkLst>
        </pc:spChg>
        <pc:spChg chg="mod">
          <ac:chgData name="Arun Kumar" userId="0a7c631e90cc7d00" providerId="LiveId" clId="{47BA1C7B-AE4F-4C38-B006-78248242EFD2}" dt="2026-02-25T10:11:53.350" v="458" actId="2710"/>
          <ac:spMkLst>
            <pc:docMk/>
            <pc:sldMk cId="1575818612" sldId="264"/>
            <ac:spMk id="3" creationId="{0EDBF81F-82D7-3EDC-8ED9-58AA14B3229E}"/>
          </ac:spMkLst>
        </pc:spChg>
      </pc:sldChg>
      <pc:sldChg chg="del">
        <pc:chgData name="Arun Kumar" userId="0a7c631e90cc7d00" providerId="LiveId" clId="{47BA1C7B-AE4F-4C38-B006-78248242EFD2}" dt="2026-02-25T09:22:57.724" v="153" actId="47"/>
        <pc:sldMkLst>
          <pc:docMk/>
          <pc:sldMk cId="0" sldId="265"/>
        </pc:sldMkLst>
      </pc:sldChg>
      <pc:sldChg chg="modSp add mod">
        <pc:chgData name="Arun Kumar" userId="0a7c631e90cc7d00" providerId="LiveId" clId="{47BA1C7B-AE4F-4C38-B006-78248242EFD2}" dt="2026-02-25T10:15:35.047" v="484" actId="113"/>
        <pc:sldMkLst>
          <pc:docMk/>
          <pc:sldMk cId="458248134" sldId="265"/>
        </pc:sldMkLst>
        <pc:spChg chg="mod">
          <ac:chgData name="Arun Kumar" userId="0a7c631e90cc7d00" providerId="LiveId" clId="{47BA1C7B-AE4F-4C38-B006-78248242EFD2}" dt="2026-02-25T10:15:35.047" v="484" actId="113"/>
          <ac:spMkLst>
            <pc:docMk/>
            <pc:sldMk cId="458248134" sldId="265"/>
            <ac:spMk id="2" creationId="{7D4BC0C6-FA0E-29EF-2AAD-407D0A11DFE1}"/>
          </ac:spMkLst>
        </pc:spChg>
        <pc:spChg chg="mod">
          <ac:chgData name="Arun Kumar" userId="0a7c631e90cc7d00" providerId="LiveId" clId="{47BA1C7B-AE4F-4C38-B006-78248242EFD2}" dt="2026-02-25T10:13:14.469" v="467" actId="2710"/>
          <ac:spMkLst>
            <pc:docMk/>
            <pc:sldMk cId="458248134" sldId="265"/>
            <ac:spMk id="3" creationId="{205B232C-C03C-F692-CAFE-464C32164C26}"/>
          </ac:spMkLst>
        </pc:spChg>
      </pc:sldChg>
      <pc:sldChg chg="del">
        <pc:chgData name="Arun Kumar" userId="0a7c631e90cc7d00" providerId="LiveId" clId="{47BA1C7B-AE4F-4C38-B006-78248242EFD2}" dt="2026-02-25T09:22:57.563" v="152" actId="47"/>
        <pc:sldMkLst>
          <pc:docMk/>
          <pc:sldMk cId="0" sldId="266"/>
        </pc:sldMkLst>
      </pc:sldChg>
      <pc:sldChg chg="modSp add mod">
        <pc:chgData name="Arun Kumar" userId="0a7c631e90cc7d00" providerId="LiveId" clId="{47BA1C7B-AE4F-4C38-B006-78248242EFD2}" dt="2026-02-25T10:14:31.655" v="478" actId="2710"/>
        <pc:sldMkLst>
          <pc:docMk/>
          <pc:sldMk cId="1856211886" sldId="266"/>
        </pc:sldMkLst>
        <pc:spChg chg="mod">
          <ac:chgData name="Arun Kumar" userId="0a7c631e90cc7d00" providerId="LiveId" clId="{47BA1C7B-AE4F-4C38-B006-78248242EFD2}" dt="2026-02-25T10:13:58.324" v="474" actId="2711"/>
          <ac:spMkLst>
            <pc:docMk/>
            <pc:sldMk cId="1856211886" sldId="266"/>
            <ac:spMk id="2" creationId="{83DD3E52-81F4-F284-DCE7-33B5E15819C0}"/>
          </ac:spMkLst>
        </pc:spChg>
        <pc:spChg chg="mod">
          <ac:chgData name="Arun Kumar" userId="0a7c631e90cc7d00" providerId="LiveId" clId="{47BA1C7B-AE4F-4C38-B006-78248242EFD2}" dt="2026-02-25T10:14:31.655" v="478" actId="2710"/>
          <ac:spMkLst>
            <pc:docMk/>
            <pc:sldMk cId="1856211886" sldId="266"/>
            <ac:spMk id="3" creationId="{031AD357-C1BA-D529-3581-7D61BCD1E84F}"/>
          </ac:spMkLst>
        </pc:spChg>
      </pc:sldChg>
      <pc:sldChg chg="del">
        <pc:chgData name="Arun Kumar" userId="0a7c631e90cc7d00" providerId="LiveId" clId="{47BA1C7B-AE4F-4C38-B006-78248242EFD2}" dt="2026-02-25T09:22:57.394" v="151" actId="47"/>
        <pc:sldMkLst>
          <pc:docMk/>
          <pc:sldMk cId="0" sldId="267"/>
        </pc:sldMkLst>
      </pc:sldChg>
      <pc:sldChg chg="modSp add mod">
        <pc:chgData name="Arun Kumar" userId="0a7c631e90cc7d00" providerId="LiveId" clId="{47BA1C7B-AE4F-4C38-B006-78248242EFD2}" dt="2026-02-25T10:15:19.580" v="483" actId="113"/>
        <pc:sldMkLst>
          <pc:docMk/>
          <pc:sldMk cId="3131804354" sldId="267"/>
        </pc:sldMkLst>
        <pc:spChg chg="mod">
          <ac:chgData name="Arun Kumar" userId="0a7c631e90cc7d00" providerId="LiveId" clId="{47BA1C7B-AE4F-4C38-B006-78248242EFD2}" dt="2026-02-25T10:15:19.580" v="483" actId="113"/>
          <ac:spMkLst>
            <pc:docMk/>
            <pc:sldMk cId="3131804354" sldId="267"/>
            <ac:spMk id="2" creationId="{BC184803-C0F6-B8EF-F841-848D767CF367}"/>
          </ac:spMkLst>
        </pc:spChg>
      </pc:sldChg>
      <pc:sldChg chg="del">
        <pc:chgData name="Arun Kumar" userId="0a7c631e90cc7d00" providerId="LiveId" clId="{47BA1C7B-AE4F-4C38-B006-78248242EFD2}" dt="2026-02-25T09:22:57.248" v="150" actId="47"/>
        <pc:sldMkLst>
          <pc:docMk/>
          <pc:sldMk cId="0" sldId="268"/>
        </pc:sldMkLst>
      </pc:sldChg>
      <pc:sldChg chg="addSp delSp modSp add mod">
        <pc:chgData name="Arun Kumar" userId="0a7c631e90cc7d00" providerId="LiveId" clId="{47BA1C7B-AE4F-4C38-B006-78248242EFD2}" dt="2026-02-25T10:25:07.524" v="542" actId="1076"/>
        <pc:sldMkLst>
          <pc:docMk/>
          <pc:sldMk cId="2047839264" sldId="268"/>
        </pc:sldMkLst>
        <pc:spChg chg="del mod">
          <ac:chgData name="Arun Kumar" userId="0a7c631e90cc7d00" providerId="LiveId" clId="{47BA1C7B-AE4F-4C38-B006-78248242EFD2}" dt="2026-02-25T10:17:40.699" v="503" actId="21"/>
          <ac:spMkLst>
            <pc:docMk/>
            <pc:sldMk cId="2047839264" sldId="268"/>
            <ac:spMk id="2" creationId="{EC41494B-1D9C-3861-91CB-0888D87F38D1}"/>
          </ac:spMkLst>
        </pc:spChg>
        <pc:spChg chg="del mod">
          <ac:chgData name="Arun Kumar" userId="0a7c631e90cc7d00" providerId="LiveId" clId="{47BA1C7B-AE4F-4C38-B006-78248242EFD2}" dt="2026-02-25T10:17:40.767" v="505"/>
          <ac:spMkLst>
            <pc:docMk/>
            <pc:sldMk cId="2047839264" sldId="268"/>
            <ac:spMk id="3" creationId="{6D020CD9-657E-C2F4-1497-F578C8139CA4}"/>
          </ac:spMkLst>
        </pc:spChg>
        <pc:spChg chg="add mod">
          <ac:chgData name="Arun Kumar" userId="0a7c631e90cc7d00" providerId="LiveId" clId="{47BA1C7B-AE4F-4C38-B006-78248242EFD2}" dt="2026-02-25T10:23:54.277" v="537" actId="1076"/>
          <ac:spMkLst>
            <pc:docMk/>
            <pc:sldMk cId="2047839264" sldId="268"/>
            <ac:spMk id="6" creationId="{48B1A9EB-F26C-5752-FED8-117CC16FCB06}"/>
          </ac:spMkLst>
        </pc:spChg>
        <pc:picChg chg="add mod">
          <ac:chgData name="Arun Kumar" userId="0a7c631e90cc7d00" providerId="LiveId" clId="{47BA1C7B-AE4F-4C38-B006-78248242EFD2}" dt="2026-02-25T10:25:07.524" v="542" actId="1076"/>
          <ac:picMkLst>
            <pc:docMk/>
            <pc:sldMk cId="2047839264" sldId="268"/>
            <ac:picMk id="5" creationId="{3E0BB9C7-2DB2-1B0C-1333-B5C72510D03A}"/>
          </ac:picMkLst>
        </pc:picChg>
      </pc:sldChg>
      <pc:sldChg chg="del">
        <pc:chgData name="Arun Kumar" userId="0a7c631e90cc7d00" providerId="LiveId" clId="{47BA1C7B-AE4F-4C38-B006-78248242EFD2}" dt="2026-02-25T09:22:57.093" v="149" actId="47"/>
        <pc:sldMkLst>
          <pc:docMk/>
          <pc:sldMk cId="0" sldId="269"/>
        </pc:sldMkLst>
      </pc:sldChg>
      <pc:sldChg chg="delSp add del mod">
        <pc:chgData name="Arun Kumar" userId="0a7c631e90cc7d00" providerId="LiveId" clId="{47BA1C7B-AE4F-4C38-B006-78248242EFD2}" dt="2026-02-25T10:23:36.127" v="534" actId="2696"/>
        <pc:sldMkLst>
          <pc:docMk/>
          <pc:sldMk cId="2839284229" sldId="269"/>
        </pc:sldMkLst>
        <pc:spChg chg="del">
          <ac:chgData name="Arun Kumar" userId="0a7c631e90cc7d00" providerId="LiveId" clId="{47BA1C7B-AE4F-4C38-B006-78248242EFD2}" dt="2026-02-25T10:23:20.669" v="532" actId="21"/>
          <ac:spMkLst>
            <pc:docMk/>
            <pc:sldMk cId="2839284229" sldId="269"/>
            <ac:spMk id="11" creationId="{B2A4576B-F56F-2807-AEFC-AE2CA0803808}"/>
          </ac:spMkLst>
        </pc:spChg>
        <pc:spChg chg="del">
          <ac:chgData name="Arun Kumar" userId="0a7c631e90cc7d00" providerId="LiveId" clId="{47BA1C7B-AE4F-4C38-B006-78248242EFD2}" dt="2026-02-25T10:23:22.987" v="533" actId="478"/>
          <ac:spMkLst>
            <pc:docMk/>
            <pc:sldMk cId="2839284229" sldId="269"/>
            <ac:spMk id="12" creationId="{07D13538-A25B-226A-962A-C56BB40B52AF}"/>
          </ac:spMkLst>
        </pc:spChg>
        <pc:spChg chg="del">
          <ac:chgData name="Arun Kumar" userId="0a7c631e90cc7d00" providerId="LiveId" clId="{47BA1C7B-AE4F-4C38-B006-78248242EFD2}" dt="2026-02-25T10:23:22.987" v="533" actId="478"/>
          <ac:spMkLst>
            <pc:docMk/>
            <pc:sldMk cId="2839284229" sldId="269"/>
            <ac:spMk id="13" creationId="{39636A14-4C50-E750-A13B-66E181CE5775}"/>
          </ac:spMkLst>
        </pc:spChg>
        <pc:picChg chg="del">
          <ac:chgData name="Arun Kumar" userId="0a7c631e90cc7d00" providerId="LiveId" clId="{47BA1C7B-AE4F-4C38-B006-78248242EFD2}" dt="2026-02-25T10:23:13.719" v="531" actId="21"/>
          <ac:picMkLst>
            <pc:docMk/>
            <pc:sldMk cId="2839284229" sldId="269"/>
            <ac:picMk id="8" creationId="{82C1187B-04E2-B62E-E966-FA4F527F9293}"/>
          </ac:picMkLst>
        </pc:picChg>
      </pc:sldChg>
      <pc:sldChg chg="del">
        <pc:chgData name="Arun Kumar" userId="0a7c631e90cc7d00" providerId="LiveId" clId="{47BA1C7B-AE4F-4C38-B006-78248242EFD2}" dt="2026-02-25T09:22:56.932" v="148" actId="47"/>
        <pc:sldMkLst>
          <pc:docMk/>
          <pc:sldMk cId="0" sldId="270"/>
        </pc:sldMkLst>
      </pc:sldChg>
      <pc:sldChg chg="del">
        <pc:chgData name="Arun Kumar" userId="0a7c631e90cc7d00" providerId="LiveId" clId="{47BA1C7B-AE4F-4C38-B006-78248242EFD2}" dt="2026-02-25T09:22:56.777" v="147" actId="47"/>
        <pc:sldMkLst>
          <pc:docMk/>
          <pc:sldMk cId="0" sldId="271"/>
        </pc:sldMkLst>
      </pc:sldChg>
      <pc:sldChg chg="del">
        <pc:chgData name="Arun Kumar" userId="0a7c631e90cc7d00" providerId="LiveId" clId="{47BA1C7B-AE4F-4C38-B006-78248242EFD2}" dt="2026-02-25T09:22:56.617" v="146" actId="47"/>
        <pc:sldMkLst>
          <pc:docMk/>
          <pc:sldMk cId="0" sldId="272"/>
        </pc:sldMkLst>
      </pc:sldChg>
      <pc:sldChg chg="del">
        <pc:chgData name="Arun Kumar" userId="0a7c631e90cc7d00" providerId="LiveId" clId="{47BA1C7B-AE4F-4C38-B006-78248242EFD2}" dt="2026-02-25T09:22:56.463" v="145" actId="47"/>
        <pc:sldMkLst>
          <pc:docMk/>
          <pc:sldMk cId="0" sldId="273"/>
        </pc:sldMkLst>
      </pc:sldChg>
      <pc:sldChg chg="del">
        <pc:chgData name="Arun Kumar" userId="0a7c631e90cc7d00" providerId="LiveId" clId="{47BA1C7B-AE4F-4C38-B006-78248242EFD2}" dt="2026-02-25T09:22:56.340" v="144" actId="47"/>
        <pc:sldMkLst>
          <pc:docMk/>
          <pc:sldMk cId="0" sldId="274"/>
        </pc:sldMkLst>
      </pc:sldChg>
      <pc:sldChg chg="modSp del mod">
        <pc:chgData name="Arun Kumar" userId="0a7c631e90cc7d00" providerId="LiveId" clId="{47BA1C7B-AE4F-4C38-B006-78248242EFD2}" dt="2026-02-25T09:22:56.201" v="143" actId="47"/>
        <pc:sldMkLst>
          <pc:docMk/>
          <pc:sldMk cId="0" sldId="275"/>
        </pc:sldMkLst>
        <pc:spChg chg="mod">
          <ac:chgData name="Arun Kumar" userId="0a7c631e90cc7d00" providerId="LiveId" clId="{47BA1C7B-AE4F-4C38-B006-78248242EFD2}" dt="2026-02-25T09:22:35.808" v="134" actId="20577"/>
          <ac:spMkLst>
            <pc:docMk/>
            <pc:sldMk cId="0" sldId="275"/>
            <ac:spMk id="2" creationId="{00000000-0000-0000-0000-000000000000}"/>
          </ac:spMkLst>
        </pc:spChg>
        <pc:picChg chg="mod">
          <ac:chgData name="Arun Kumar" userId="0a7c631e90cc7d00" providerId="LiveId" clId="{47BA1C7B-AE4F-4C38-B006-78248242EFD2}" dt="2026-02-25T09:22:32.955" v="133" actId="1076"/>
          <ac:picMkLst>
            <pc:docMk/>
            <pc:sldMk cId="0" sldId="275"/>
            <ac:picMk id="3" creationId="{00000000-0000-0000-0000-000000000000}"/>
          </ac:picMkLst>
        </pc:picChg>
        <pc:picChg chg="mod">
          <ac:chgData name="Arun Kumar" userId="0a7c631e90cc7d00" providerId="LiveId" clId="{47BA1C7B-AE4F-4C38-B006-78248242EFD2}" dt="2026-02-25T09:22:31.977" v="132" actId="1076"/>
          <ac:picMkLst>
            <pc:docMk/>
            <pc:sldMk cId="0" sldId="275"/>
            <ac:picMk id="4" creationId="{00000000-0000-0000-0000-000000000000}"/>
          </ac:picMkLst>
        </pc:picChg>
      </pc:sldChg>
      <pc:sldChg chg="del">
        <pc:chgData name="Arun Kumar" userId="0a7c631e90cc7d00" providerId="LiveId" clId="{47BA1C7B-AE4F-4C38-B006-78248242EFD2}" dt="2026-02-25T09:22:56.036" v="142" actId="47"/>
        <pc:sldMkLst>
          <pc:docMk/>
          <pc:sldMk cId="0" sldId="276"/>
        </pc:sldMkLst>
      </pc:sldChg>
      <pc:sldChg chg="del">
        <pc:chgData name="Arun Kumar" userId="0a7c631e90cc7d00" providerId="LiveId" clId="{47BA1C7B-AE4F-4C38-B006-78248242EFD2}" dt="2026-02-25T09:22:55.916" v="141" actId="47"/>
        <pc:sldMkLst>
          <pc:docMk/>
          <pc:sldMk cId="0" sldId="277"/>
        </pc:sldMkLst>
      </pc:sldChg>
      <pc:sldChg chg="del">
        <pc:chgData name="Arun Kumar" userId="0a7c631e90cc7d00" providerId="LiveId" clId="{47BA1C7B-AE4F-4C38-B006-78248242EFD2}" dt="2026-02-25T09:22:55.790" v="140" actId="47"/>
        <pc:sldMkLst>
          <pc:docMk/>
          <pc:sldMk cId="0" sldId="278"/>
        </pc:sldMkLst>
      </pc:sldChg>
      <pc:sldChg chg="del">
        <pc:chgData name="Arun Kumar" userId="0a7c631e90cc7d00" providerId="LiveId" clId="{47BA1C7B-AE4F-4C38-B006-78248242EFD2}" dt="2026-02-25T09:22:55.647" v="139" actId="47"/>
        <pc:sldMkLst>
          <pc:docMk/>
          <pc:sldMk cId="0" sldId="279"/>
        </pc:sldMkLst>
      </pc:sldChg>
      <pc:sldChg chg="del">
        <pc:chgData name="Arun Kumar" userId="0a7c631e90cc7d00" providerId="LiveId" clId="{47BA1C7B-AE4F-4C38-B006-78248242EFD2}" dt="2026-02-25T09:22:55.460" v="138" actId="47"/>
        <pc:sldMkLst>
          <pc:docMk/>
          <pc:sldMk cId="0" sldId="280"/>
        </pc:sldMkLst>
      </pc:sldChg>
      <pc:sldChg chg="del">
        <pc:chgData name="Arun Kumar" userId="0a7c631e90cc7d00" providerId="LiveId" clId="{47BA1C7B-AE4F-4C38-B006-78248242EFD2}" dt="2026-02-25T09:22:55.166" v="137" actId="47"/>
        <pc:sldMkLst>
          <pc:docMk/>
          <pc:sldMk cId="0" sldId="281"/>
        </pc:sldMkLst>
      </pc:sldChg>
      <pc:sldChg chg="del">
        <pc:chgData name="Arun Kumar" userId="0a7c631e90cc7d00" providerId="LiveId" clId="{47BA1C7B-AE4F-4C38-B006-78248242EFD2}" dt="2026-02-25T09:22:54.757" v="136" actId="47"/>
        <pc:sldMkLst>
          <pc:docMk/>
          <pc:sldMk cId="0" sldId="282"/>
        </pc:sldMkLst>
      </pc:sldChg>
      <pc:sldChg chg="del">
        <pc:chgData name="Arun Kumar" userId="0a7c631e90cc7d00" providerId="LiveId" clId="{47BA1C7B-AE4F-4C38-B006-78248242EFD2}" dt="2026-02-25T09:22:54.082" v="135" actId="47"/>
        <pc:sldMkLst>
          <pc:docMk/>
          <pc:sldMk cId="0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4AA92-ADD4-4E62-9CA1-9D0CFA27109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A5722-65D2-47EE-A91B-9384293A1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65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206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687C-D316-4DF3-9B8A-692CD1B3D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6EBAF-487F-FFDC-C8E0-FC07F8550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D298C-CC60-DF94-0BD6-9E431E996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1DD61-B80B-3B92-5B0B-CD7E02E1F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875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D7DC6-41D7-F227-F94D-C2F3F34D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8A654-FD9B-728D-7BC5-BC3D4348E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0A09C-827D-ABA1-D199-4F54936AF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87B75-4AC0-E905-3372-BA01E2D58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063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C1AAE-04FF-2A8B-AE92-8BCDC789B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9E9E3-2E42-CCDA-DFA8-5BC8A44BC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5DF14-CE19-2DA5-6D4D-0FA88094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9E7B1-3CDE-6D2A-1497-F7B29A5AD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427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1001-618C-A002-AF48-5C28E5AE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08A02-AE2B-70EA-5F57-93B33467E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21B7-84CA-0CC2-B05B-135CC16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8A75-07C0-20CE-93A7-8950B74C7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72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E387-59E2-3ADB-9BF1-0EF8E2DB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5057C-ABCD-CEF8-9740-DEFFB3237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439D4-B33A-F8D7-9A1E-4AB4ECC26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A0A7-F441-7700-F7D4-2A99A3D46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13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673FB-5850-FC0E-C928-C547339A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CF68D-8B1C-531E-D983-2DBE8C4F8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ECE23-2D79-895D-0258-563836E4E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20B16-B232-D437-C96E-74C6E1B35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49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123F-EF16-CB32-7FF9-B9269C13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B0CA1-3DF2-20D9-28D1-25E4F6A93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2D61B-9675-EA44-9985-76CC928A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93684-0954-5475-F835-F48A73C38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69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6607-2E33-9A54-2504-5E482641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C9BBF-996F-BF2D-3F72-A57A0097F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70FA1-1D5E-4C41-676C-773086DAD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0AA6E-6659-E794-D2AB-5318435D9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225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6928-34CC-A62C-036B-8320FEA0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EB6DC-F7FD-DA9A-2DFF-5FFBEBC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DF6AA-A23A-DC86-376B-9197843C9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14C65-F666-2FE9-FA40-B0F50CC68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349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DB4D-58A9-8CE4-69AD-7D81F69D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B5345-3EBA-9E43-F360-CA0F81D82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40859-4CAD-E470-6CDD-87BAA2F93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8BE64-04D5-7399-B2A3-667B2463D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684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0F95-F310-2912-E7AE-CF3068E3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9F36B-5F1A-AF1E-6424-D3C429E1E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AA857-D808-5776-CE77-5A396580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270AA-64DF-0621-04EF-409062B65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09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A63A-7826-32EF-00F5-9DA8168D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BDFA3-1801-3A2A-1758-C587F085B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84BD2-04E3-0544-B01F-C8D350CE5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DE723-9F52-AD86-3D91-D03C0929A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A5722-65D2-47EE-A91B-9384293A1AD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323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3574" y="412948"/>
            <a:ext cx="588772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0625" y="6181725"/>
            <a:ext cx="3219450" cy="6164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874" y="114298"/>
            <a:ext cx="9052560" cy="756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7874" y="1565473"/>
            <a:ext cx="9951085" cy="3648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linkedin.com/in/arun-kumar-p-991baa29a/" TargetMode="External"/><Relationship Id="rId4" Type="http://schemas.openxmlformats.org/officeDocument/2006/relationships/hyperlink" Target="https://github.com/Arun1859/StudentManagementSystem/tree/ma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8E1470-8E6A-219D-4FAE-60C8C3162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8600"/>
            <a:ext cx="7049484" cy="21815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341A5F-B868-611E-C9A6-243BE4FF7A41}"/>
              </a:ext>
            </a:extLst>
          </p:cNvPr>
          <p:cNvSpPr txBox="1"/>
          <p:nvPr/>
        </p:nvSpPr>
        <p:spPr>
          <a:xfrm>
            <a:off x="4724400" y="236220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DFF44B-2396-3A92-262E-972B67D66C7D}"/>
              </a:ext>
            </a:extLst>
          </p:cNvPr>
          <p:cNvSpPr txBox="1"/>
          <p:nvPr/>
        </p:nvSpPr>
        <p:spPr>
          <a:xfrm>
            <a:off x="2438400" y="2971800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TUDENT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ANAGEMENT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3D38A-3450-FEC9-6ABB-01E0D581155C}"/>
              </a:ext>
            </a:extLst>
          </p:cNvPr>
          <p:cNvSpPr txBox="1"/>
          <p:nvPr/>
        </p:nvSpPr>
        <p:spPr>
          <a:xfrm>
            <a:off x="6781800" y="4403467"/>
            <a:ext cx="6324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Pothula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Arun Kumar</a:t>
            </a:r>
          </a:p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489</a:t>
            </a:r>
          </a:p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JNTU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2C73A-1B21-D32C-8F7F-3560DBB8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F5979-1651-4B44-EFAD-6CEC78417EF1}"/>
              </a:ext>
            </a:extLst>
          </p:cNvPr>
          <p:cNvSpPr txBox="1"/>
          <p:nvPr/>
        </p:nvSpPr>
        <p:spPr>
          <a:xfrm>
            <a:off x="1295400" y="6744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B2584-9DC7-3579-33AF-DBBE93A8CD62}"/>
              </a:ext>
            </a:extLst>
          </p:cNvPr>
          <p:cNvSpPr txBox="1"/>
          <p:nvPr/>
        </p:nvSpPr>
        <p:spPr>
          <a:xfrm>
            <a:off x="838200" y="1447800"/>
            <a:ext cx="11277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console-based Student Management System developed using Python.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student records efficiently.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CRUD operations (Create, Read, Update, Delete).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persistence using file handling.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10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CD8A-5E78-55C2-E6BE-E0D2154F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C4C428-EE5A-539F-CB36-CB895D55C99B}"/>
              </a:ext>
            </a:extLst>
          </p:cNvPr>
          <p:cNvSpPr txBox="1"/>
          <p:nvPr/>
        </p:nvSpPr>
        <p:spPr>
          <a:xfrm>
            <a:off x="1295400" y="1066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60850-98CD-0758-25D3-C01C7A8328AF}"/>
              </a:ext>
            </a:extLst>
          </p:cNvPr>
          <p:cNvSpPr txBox="1"/>
          <p:nvPr/>
        </p:nvSpPr>
        <p:spPr>
          <a:xfrm>
            <a:off x="838200" y="1905506"/>
            <a:ext cx="114300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 information easily.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operations like add, search, update, and delete.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data permanently using files.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menu-driven interface.</a:t>
            </a:r>
          </a:p>
        </p:txBody>
      </p:sp>
    </p:spTree>
    <p:extLst>
      <p:ext uri="{BB962C8B-B14F-4D97-AF65-F5344CB8AC3E}">
        <p14:creationId xmlns:p14="http://schemas.microsoft.com/office/powerpoint/2010/main" val="8071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1734-17C6-7C6C-EB17-F08B3DDC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16DDDA-6F06-1D62-0AE1-93C0DDAEB848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F129B-A200-4B1E-1DF3-61AF6B44AA76}"/>
              </a:ext>
            </a:extLst>
          </p:cNvPr>
          <p:cNvSpPr txBox="1"/>
          <p:nvPr/>
        </p:nvSpPr>
        <p:spPr>
          <a:xfrm>
            <a:off x="914400" y="1295400"/>
            <a:ext cx="114300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students.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all students.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student by roll number.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 marks.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student record.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data saving.</a:t>
            </a:r>
          </a:p>
        </p:txBody>
      </p:sp>
    </p:spTree>
    <p:extLst>
      <p:ext uri="{BB962C8B-B14F-4D97-AF65-F5344CB8AC3E}">
        <p14:creationId xmlns:p14="http://schemas.microsoft.com/office/powerpoint/2010/main" val="86220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956A-27DD-F99D-D87A-1740A723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9F257-1F3B-5053-B536-464BD4043731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60633-5D73-1BE2-EC88-38C9C8D6B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43000"/>
            <a:ext cx="9448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1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8154-9634-3FF7-6BA4-83E09916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C76AD4-0409-000A-CF6E-2747D5662379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35578-C515-AEB2-1F09-DD7D1EBF7185}"/>
              </a:ext>
            </a:extLst>
          </p:cNvPr>
          <p:cNvSpPr txBox="1"/>
          <p:nvPr/>
        </p:nvSpPr>
        <p:spPr>
          <a:xfrm>
            <a:off x="685800" y="1548825"/>
            <a:ext cx="11658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roll number, name, and marks.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initializes student details.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to_file_format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converts data into file format.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structured data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73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EAE8-B828-CB23-1527-3BA70D35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39A29C-1935-3885-95E4-0868F43A783A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StudentManagementSystem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712C7-FA88-517A-23BB-F951A9053C4F}"/>
              </a:ext>
            </a:extLst>
          </p:cNvPr>
          <p:cNvSpPr txBox="1"/>
          <p:nvPr/>
        </p:nvSpPr>
        <p:spPr>
          <a:xfrm>
            <a:off x="685800" y="1548825"/>
            <a:ext cx="116586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students in a dictionary.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data from file at start.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data before exiting.</a:t>
            </a:r>
          </a:p>
        </p:txBody>
      </p:sp>
    </p:spTree>
    <p:extLst>
      <p:ext uri="{BB962C8B-B14F-4D97-AF65-F5344CB8AC3E}">
        <p14:creationId xmlns:p14="http://schemas.microsoft.com/office/powerpoint/2010/main" val="65115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3A67-2345-6C22-5272-E28822C2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469E1B-3449-685B-8D62-C34BC3369DC5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EE342-0FB8-1A96-5FEB-5E30125A0FEB}"/>
              </a:ext>
            </a:extLst>
          </p:cNvPr>
          <p:cNvSpPr txBox="1"/>
          <p:nvPr/>
        </p:nvSpPr>
        <p:spPr>
          <a:xfrm>
            <a:off x="685800" y="1548825"/>
            <a:ext cx="116586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load_data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Reads student data from file.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save_data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Writes data to file.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Adds new record.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view_students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Displays records.</a:t>
            </a:r>
          </a:p>
        </p:txBody>
      </p:sp>
    </p:spTree>
    <p:extLst>
      <p:ext uri="{BB962C8B-B14F-4D97-AF65-F5344CB8AC3E}">
        <p14:creationId xmlns:p14="http://schemas.microsoft.com/office/powerpoint/2010/main" val="89362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A71A-BEEF-1C23-9AC3-BCB39277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F9739-4678-17AE-7C06-E0E5FBBA7F8E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BF81F-82D7-3EDC-8ED9-58AA14B3229E}"/>
              </a:ext>
            </a:extLst>
          </p:cNvPr>
          <p:cNvSpPr txBox="1"/>
          <p:nvPr/>
        </p:nvSpPr>
        <p:spPr>
          <a:xfrm>
            <a:off x="685800" y="1548825"/>
            <a:ext cx="116586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search_student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Finds student by roll number.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update_marks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Updates marks.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delete_student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Removes student.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run() → Controls program execution.</a:t>
            </a:r>
          </a:p>
        </p:txBody>
      </p:sp>
    </p:spTree>
    <p:extLst>
      <p:ext uri="{BB962C8B-B14F-4D97-AF65-F5344CB8AC3E}">
        <p14:creationId xmlns:p14="http://schemas.microsoft.com/office/powerpoint/2010/main" val="157581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6A568-0638-B7E0-78FB-903D734B3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BC0C6-FA0E-29EF-2AAD-407D0A11DFE1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B232C-C03C-F692-CAFE-464C32164C26}"/>
              </a:ext>
            </a:extLst>
          </p:cNvPr>
          <p:cNvSpPr txBox="1"/>
          <p:nvPr/>
        </p:nvSpPr>
        <p:spPr>
          <a:xfrm>
            <a:off x="685800" y="1548825"/>
            <a:ext cx="11658600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starts and loads data.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menu options.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operation.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performs action.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saved before exit.</a:t>
            </a:r>
          </a:p>
        </p:txBody>
      </p:sp>
    </p:spTree>
    <p:extLst>
      <p:ext uri="{BB962C8B-B14F-4D97-AF65-F5344CB8AC3E}">
        <p14:creationId xmlns:p14="http://schemas.microsoft.com/office/powerpoint/2010/main" val="458248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2C54-2F57-1919-40F1-E5765ABD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D3E52-81F4-F284-DCE7-33B5E15819C0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AD357-C1BA-D529-3581-7D61BCD1E84F}"/>
              </a:ext>
            </a:extLst>
          </p:cNvPr>
          <p:cNvSpPr txBox="1"/>
          <p:nvPr/>
        </p:nvSpPr>
        <p:spPr>
          <a:xfrm>
            <a:off x="685800" y="1548825"/>
            <a:ext cx="116586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data persistence.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code structure.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Python project.</a:t>
            </a:r>
          </a:p>
        </p:txBody>
      </p:sp>
    </p:spTree>
    <p:extLst>
      <p:ext uri="{BB962C8B-B14F-4D97-AF65-F5344CB8AC3E}">
        <p14:creationId xmlns:p14="http://schemas.microsoft.com/office/powerpoint/2010/main" val="185621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F311F-FEFD-C9B0-81F3-7CFB97D9F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84803-C0F6-B8EF-F841-848D767CF367}"/>
              </a:ext>
            </a:extLst>
          </p:cNvPr>
          <p:cNvSpPr txBox="1"/>
          <p:nvPr/>
        </p:nvSpPr>
        <p:spPr>
          <a:xfrm>
            <a:off x="1143000" y="3048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67E90-5765-3D9C-9B93-EAA88B34870B}"/>
              </a:ext>
            </a:extLst>
          </p:cNvPr>
          <p:cNvSpPr txBox="1"/>
          <p:nvPr/>
        </p:nvSpPr>
        <p:spPr>
          <a:xfrm>
            <a:off x="685800" y="1548825"/>
            <a:ext cx="116586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data persistence.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code structure.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Python project.</a:t>
            </a:r>
          </a:p>
        </p:txBody>
      </p:sp>
    </p:spTree>
    <p:extLst>
      <p:ext uri="{BB962C8B-B14F-4D97-AF65-F5344CB8AC3E}">
        <p14:creationId xmlns:p14="http://schemas.microsoft.com/office/powerpoint/2010/main" val="3131804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2F9A-BDE1-D0F6-DA7C-5873332A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0BB9C7-2DB2-1B0C-1333-B5C72510D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986280"/>
            <a:ext cx="8001000" cy="4003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B1A9EB-F26C-5752-FED8-117CC16FCB06}"/>
              </a:ext>
            </a:extLst>
          </p:cNvPr>
          <p:cNvSpPr txBox="1"/>
          <p:nvPr/>
        </p:nvSpPr>
        <p:spPr>
          <a:xfrm>
            <a:off x="3810000" y="6019800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A4379D-FEA6-21A5-E53B-072033F9A082}"/>
              </a:ext>
            </a:extLst>
          </p:cNvPr>
          <p:cNvSpPr txBox="1"/>
          <p:nvPr/>
        </p:nvSpPr>
        <p:spPr>
          <a:xfrm>
            <a:off x="228600" y="152400"/>
            <a:ext cx="1196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Arun1859/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StudentManagementSystem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StudentManagementSystem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>
                <a:hlinkClick r:id="rId5"/>
              </a:rPr>
              <a:t>Arun Kumar P | LinkedIn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83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339</Words>
  <Application>Microsoft Office PowerPoint</Application>
  <PresentationFormat>Widescreen</PresentationFormat>
  <Paragraphs>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Arun Kumar</cp:lastModifiedBy>
  <cp:revision>2</cp:revision>
  <dcterms:created xsi:type="dcterms:W3CDTF">2026-02-25T09:09:08Z</dcterms:created>
  <dcterms:modified xsi:type="dcterms:W3CDTF">2026-02-25T11:20:52Z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LastSaved">
    <vt:filetime>2026-02-25T00:00:00Z</vt:filetime>
  </property>
</Properties>
</file>